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7f79391f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7f79391f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728aea448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728aea448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728aea448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728aea448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728aea448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728aea448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728aea4488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728aea448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728aea4488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728aea4488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728aea4488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728aea4488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631450" y="830350"/>
            <a:ext cx="4816500" cy="16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Caso de Uso de Docker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4572000" y="2986950"/>
            <a:ext cx="3121500" cy="12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Arial"/>
                <a:ea typeface="Arial"/>
                <a:cs typeface="Arial"/>
                <a:sym typeface="Arial"/>
              </a:rPr>
              <a:t>Jhon Sebastian Rincon Pardo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Arial"/>
                <a:ea typeface="Arial"/>
                <a:cs typeface="Arial"/>
                <a:sym typeface="Arial"/>
              </a:rPr>
              <a:t>Ficha: 2026981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3287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Implementación</a:t>
            </a:r>
            <a:r>
              <a:rPr lang="es-419"/>
              <a:t> de MySQL con Docker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23125" y="1251800"/>
            <a:ext cx="7038900" cy="35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Arial"/>
                <a:ea typeface="Arial"/>
                <a:cs typeface="Arial"/>
                <a:sym typeface="Arial"/>
              </a:rPr>
              <a:t>Para poder crear un contenedor para MySQL tendremos primeramente que instalar y ejecutar docker, 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después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 tendremos que buscar la imagen a usar para poder crear el contenedor para ello podemos ingresar a Docker Hub que viene a ser como un repositorio de 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imágenes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 oficiales.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500">
                <a:latin typeface="Arial"/>
                <a:ea typeface="Arial"/>
                <a:cs typeface="Arial"/>
                <a:sym typeface="Arial"/>
              </a:rPr>
              <a:t>Una imagen es como una plantilla base con la que podemos crear otras 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imágenes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 y estas sirven para poder crear contenedores.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500">
                <a:latin typeface="Arial"/>
                <a:ea typeface="Arial"/>
                <a:cs typeface="Arial"/>
                <a:sym typeface="Arial"/>
              </a:rPr>
              <a:t>En Docker Hub podemos buscar la imagen oficial de MySQL que podremos descargar a 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través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 del comando que nos dan (docker pull mysql), esto descargara la 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última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versión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 de la imagen en caso de querer una 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versión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 anterior deberemos de agregar “:” y el 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número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 de la 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versión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También se nos mostrarán los comandos para poder usar la imagen de MySQL con Docker.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1875" y="694075"/>
            <a:ext cx="7211923" cy="398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285125" y="589700"/>
            <a:ext cx="7038900" cy="41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Arial"/>
                <a:ea typeface="Arial"/>
                <a:cs typeface="Arial"/>
                <a:sym typeface="Arial"/>
              </a:rPr>
              <a:t>Al momento de Detener o Destruir una imagen todo lo que hayamos hecho dentro de esa imagen se va a perder 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así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 que como necesitamos guardar los datos de MySQL tenemos que decirle a Docker que guarde los datos en una carpeta del Sistema Operativos 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anfitrión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 en vez de guardarlos en el mismo contenedor.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500">
                <a:latin typeface="Arial"/>
                <a:ea typeface="Arial"/>
                <a:cs typeface="Arial"/>
                <a:sym typeface="Arial"/>
              </a:rPr>
              <a:t>Entonces, para poder implementar MySQL en docker deberemos de Ingresar el comando para poder descargar la imagen: 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-419" sz="1500">
                <a:latin typeface="Arial"/>
                <a:ea typeface="Arial"/>
                <a:cs typeface="Arial"/>
                <a:sym typeface="Arial"/>
              </a:rPr>
              <a:t>“docker pull mysql”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500">
                <a:latin typeface="Arial"/>
                <a:ea typeface="Arial"/>
                <a:cs typeface="Arial"/>
                <a:sym typeface="Arial"/>
              </a:rPr>
              <a:t>Después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 deberemos de usar el siguiente comando para poder ejecutar la imagen y crear el contenedor: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-419" sz="1500">
                <a:latin typeface="Arial"/>
                <a:ea typeface="Arial"/>
                <a:cs typeface="Arial"/>
                <a:sym typeface="Arial"/>
              </a:rPr>
              <a:t>“docker run”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/>
          <p:nvPr>
            <p:ph idx="1" type="body"/>
          </p:nvPr>
        </p:nvSpPr>
        <p:spPr>
          <a:xfrm>
            <a:off x="1297500" y="483375"/>
            <a:ext cx="7038900" cy="39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Arial"/>
                <a:ea typeface="Arial"/>
                <a:cs typeface="Arial"/>
                <a:sym typeface="Arial"/>
              </a:rPr>
              <a:t>Con una bandera le especificamos a Docker que puertos vamos a usar  de esta forma, puerto que usa MySQL “:” puerto del 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anfitrión(puede ser cualquiera)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: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-419" sz="1500">
                <a:latin typeface="Arial"/>
                <a:ea typeface="Arial"/>
                <a:cs typeface="Arial"/>
                <a:sym typeface="Arial"/>
              </a:rPr>
              <a:t>“-p 3306:3306” 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500">
                <a:latin typeface="Arial"/>
                <a:ea typeface="Arial"/>
                <a:cs typeface="Arial"/>
                <a:sym typeface="Arial"/>
              </a:rPr>
              <a:t>Al comando anterior deberemos de agregar una bandera con la ruta de la carpeta en donde queremos almacenar los datos de MySQL junto de “:” y la ruta donde MySQL guarda los datos: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-419" sz="1500">
                <a:latin typeface="Arial"/>
                <a:ea typeface="Arial"/>
                <a:cs typeface="Arial"/>
                <a:sym typeface="Arial"/>
              </a:rPr>
              <a:t>“-v /ejemplo/ruta/de/carpeta:/var/lib/mysql”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500">
                <a:latin typeface="Arial"/>
                <a:ea typeface="Arial"/>
                <a:cs typeface="Arial"/>
                <a:sym typeface="Arial"/>
              </a:rPr>
              <a:t>Podemos también agregarle un nombre para poder identificarlo y después introducir al querer detener el contenedor: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-419" sz="1500">
                <a:latin typeface="Arial"/>
                <a:ea typeface="Arial"/>
                <a:cs typeface="Arial"/>
                <a:sym typeface="Arial"/>
              </a:rPr>
              <a:t>“--name cualquier_nombre”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idx="1" type="body"/>
          </p:nvPr>
        </p:nvSpPr>
        <p:spPr>
          <a:xfrm>
            <a:off x="1297500" y="644525"/>
            <a:ext cx="7038900" cy="40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Arial"/>
                <a:ea typeface="Arial"/>
                <a:cs typeface="Arial"/>
                <a:sym typeface="Arial"/>
              </a:rPr>
              <a:t>Después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 le asignamos una contraseña, para ello usamos la variable de entorno de MySQL: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-419" sz="1500">
                <a:latin typeface="Arial"/>
                <a:ea typeface="Arial"/>
                <a:cs typeface="Arial"/>
                <a:sym typeface="Arial"/>
              </a:rPr>
              <a:t>“-e MYSQL_ROOT_PASSWORD=contraseña”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500">
                <a:latin typeface="Arial"/>
                <a:ea typeface="Arial"/>
                <a:cs typeface="Arial"/>
                <a:sym typeface="Arial"/>
              </a:rPr>
              <a:t>Usaremos la bandera “-d” para que se 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esté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 ejecutando como demonio y 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así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 se ejecute constantemente y la imagen base que usaremos: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-419" sz="1500">
                <a:latin typeface="Arial"/>
                <a:ea typeface="Arial"/>
                <a:cs typeface="Arial"/>
                <a:sym typeface="Arial"/>
              </a:rPr>
              <a:t>“-d mysql”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500">
                <a:latin typeface="Arial"/>
                <a:ea typeface="Arial"/>
                <a:cs typeface="Arial"/>
                <a:sym typeface="Arial"/>
              </a:rPr>
              <a:t>Hay otras banderas que podemos colocar como charset que se suele colocar al crear base de datos para que cuando alguien se conecte e intente hacer una base de datos le aparezca la 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opción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 de utf8: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-419" sz="1500">
                <a:latin typeface="Arial"/>
                <a:ea typeface="Arial"/>
                <a:cs typeface="Arial"/>
                <a:sym typeface="Arial"/>
              </a:rPr>
              <a:t>“--character-set-server=utf8”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/>
          <p:nvPr>
            <p:ph idx="1" type="body"/>
          </p:nvPr>
        </p:nvSpPr>
        <p:spPr>
          <a:xfrm>
            <a:off x="1227000" y="483350"/>
            <a:ext cx="7485900" cy="43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Arial"/>
                <a:ea typeface="Arial"/>
                <a:cs typeface="Arial"/>
                <a:sym typeface="Arial"/>
              </a:rPr>
              <a:t>Debería de quedar un comando como este: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-419" sz="1500">
                <a:latin typeface="Arial"/>
                <a:ea typeface="Arial"/>
                <a:cs typeface="Arial"/>
                <a:sym typeface="Arial"/>
              </a:rPr>
              <a:t>“docker run -p 3306:3306 --name cualquier_nombre  -v /ejemplo/ruta/de/carpeta:/var/lib/mysql -e MYSQL_ROOT_PASSWORD=contraseña -d  mysql --character-set-server=utf8”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500">
                <a:latin typeface="Arial"/>
                <a:ea typeface="Arial"/>
                <a:cs typeface="Arial"/>
                <a:sym typeface="Arial"/>
              </a:rPr>
              <a:t>Pulsamos “Enter” y con el comando “docker ps” podemos ver los contenedores que están corriendo.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500">
                <a:latin typeface="Arial"/>
                <a:ea typeface="Arial"/>
                <a:cs typeface="Arial"/>
                <a:sym typeface="Arial"/>
              </a:rPr>
              <a:t>Para poder conectarnos al contenedor debemos usar el siguiente comando (“mysql” es el comando del servicio que queremos usar):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-419" sz="1500">
                <a:latin typeface="Arial"/>
                <a:ea typeface="Arial"/>
                <a:cs typeface="Arial"/>
                <a:sym typeface="Arial"/>
              </a:rPr>
              <a:t>“docker exec -it cualquier_nombre mysql -uroot -p”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1500">
                <a:latin typeface="Arial"/>
                <a:ea typeface="Arial"/>
                <a:cs typeface="Arial"/>
                <a:sym typeface="Arial"/>
              </a:rPr>
              <a:t>Despues nos pedira la contraseña que introducimos anteriormente y después de introducirla estaremos dentro de la base de datos. También podemos acceder a la base de datos a través de una interfaz gráfica.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" type="body"/>
          </p:nvPr>
        </p:nvSpPr>
        <p:spPr>
          <a:xfrm>
            <a:off x="1297500" y="483375"/>
            <a:ext cx="7038900" cy="39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Arial"/>
                <a:ea typeface="Arial"/>
                <a:cs typeface="Arial"/>
                <a:sym typeface="Arial"/>
              </a:rPr>
              <a:t>Para poder detener el contenedor usamos el siguiente comando: 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s-419" sz="1500">
                <a:latin typeface="Arial"/>
                <a:ea typeface="Arial"/>
                <a:cs typeface="Arial"/>
                <a:sym typeface="Arial"/>
              </a:rPr>
              <a:t>“docker stop </a:t>
            </a:r>
            <a:r>
              <a:rPr b="1" lang="es-419" sz="1500">
                <a:latin typeface="Arial"/>
                <a:ea typeface="Arial"/>
                <a:cs typeface="Arial"/>
                <a:sym typeface="Arial"/>
              </a:rPr>
              <a:t>cualquier nombre</a:t>
            </a:r>
            <a:r>
              <a:rPr b="1" lang="es-419" sz="1500">
                <a:latin typeface="Arial"/>
                <a:ea typeface="Arial"/>
                <a:cs typeface="Arial"/>
                <a:sym typeface="Arial"/>
              </a:rPr>
              <a:t>”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